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Our project is LogSentinel, a command line tool that finds attackers in web server logs. Companies keep logs but nobody reads them, so we turn thousands of raw lines into a short, ranked list of suspicious IP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is one streaming pipeline. A generator reads the file line by line, detectors consume each entry, and a reporter prints the result. So memory stays constant, even for a huge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techniques from class. First, a generator inside a context manager: it yields one entry at a time and always closes the file. Second, an abstract base class with a register decorator, so adding a detector is one class. This brute force detector uses a deque as a sliding time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run on our sample log. It finds a brute force attack, an attack signature scanner, and a server error spike. It also survives hostile input like binary files, huge lines and fake arguments.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097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LogSentinel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965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CLI that finds attackers in server logs</a:t>
            </a:r>
            <a:endParaRPr lang="en-US" sz="2000" dirty="0"/>
          </a:p>
        </p:txBody>
      </p:sp>
      <p:sp>
        <p:nvSpPr>
          <p:cNvPr id="4" name="Problem"/>
          <p:cNvSpPr txBox="1"/>
          <p:nvPr/>
        </p:nvSpPr>
        <p:spPr>
          <a:xfrm>
            <a:off x="45720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companies keep logs but nobody reads them. We turn thousands of raw lines into a ranked list of attackers.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943600" y="8229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6126480" y="914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Stat label 1"/>
          <p:cNvSpPr txBox="1"/>
          <p:nvPr/>
        </p:nvSpPr>
        <p:spPr>
          <a:xfrm>
            <a:off x="612648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5943600" y="21031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612648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Stat label 2"/>
          <p:cNvSpPr txBox="1"/>
          <p:nvPr/>
        </p:nvSpPr>
        <p:spPr>
          <a:xfrm>
            <a:off x="612648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over the file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5943600" y="33832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12648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MB</a:t>
            </a:r>
            <a:endParaRPr lang="en-US" sz="36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12648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streaming pipeline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55448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Step label 1"/>
          <p:cNvSpPr txBox="1"/>
          <p:nvPr/>
        </p:nvSpPr>
        <p:spPr>
          <a:xfrm>
            <a:off x="457200" y="1554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file</a:t>
            </a:r>
            <a:endParaRPr lang="en-US" sz="2000" dirty="0"/>
          </a:p>
        </p:txBody>
      </p:sp>
      <p:sp>
        <p:nvSpPr>
          <p:cNvPr id="5" name="Step topic 1"/>
          <p:cNvSpPr txBox="1"/>
          <p:nvPr/>
        </p:nvSpPr>
        <p:spPr>
          <a:xfrm>
            <a:off x="457200" y="2697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286000" y="1920240"/>
            <a:ext cx="274320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tep 2"/>
          <p:cNvSpPr/>
          <p:nvPr/>
        </p:nvSpPr>
        <p:spPr>
          <a:xfrm>
            <a:off x="2606040" y="155448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Step label 2"/>
          <p:cNvSpPr txBox="1"/>
          <p:nvPr/>
        </p:nvSpPr>
        <p:spPr>
          <a:xfrm>
            <a:off x="2606040" y="1554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2000" dirty="0"/>
          </a:p>
        </p:txBody>
      </p:sp>
      <p:sp>
        <p:nvSpPr>
          <p:cNvPr id="9" name="Step topic 2"/>
          <p:cNvSpPr txBox="1"/>
          <p:nvPr/>
        </p:nvSpPr>
        <p:spPr>
          <a:xfrm>
            <a:off x="2606040" y="2697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generators, regex,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434840" y="1920240"/>
            <a:ext cx="274320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4754880" y="155448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2DD4B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Step label 3"/>
          <p:cNvSpPr txBox="1"/>
          <p:nvPr/>
        </p:nvSpPr>
        <p:spPr>
          <a:xfrm>
            <a:off x="4754880" y="1554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</a:t>
            </a:r>
            <a:endParaRPr lang="en-US" sz="2000" dirty="0"/>
          </a:p>
        </p:txBody>
      </p:sp>
      <p:sp>
        <p:nvSpPr>
          <p:cNvPr id="13" name="Step topic 3"/>
          <p:cNvSpPr txBox="1"/>
          <p:nvPr/>
        </p:nvSpPr>
        <p:spPr>
          <a:xfrm>
            <a:off x="4754880" y="2697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ABC, OOP,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6583680" y="1920240"/>
            <a:ext cx="274320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tep 4"/>
          <p:cNvSpPr/>
          <p:nvPr/>
        </p:nvSpPr>
        <p:spPr>
          <a:xfrm>
            <a:off x="6903720" y="1554480"/>
            <a:ext cx="1783080" cy="1005840"/>
          </a:xfrm>
          <a:prstGeom prst="roundRect">
            <a:avLst>
              <a:gd name="adj" fmla="val 9091"/>
            </a:avLst>
          </a:prstGeom>
          <a:solidFill>
            <a:srgbClr val="16213A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tep label 4"/>
          <p:cNvSpPr txBox="1"/>
          <p:nvPr/>
        </p:nvSpPr>
        <p:spPr>
          <a:xfrm>
            <a:off x="6903720" y="15544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17" name="Step topic 4"/>
          <p:cNvSpPr txBox="1"/>
          <p:nvPr/>
        </p:nvSpPr>
        <p:spPr>
          <a:xfrm>
            <a:off x="6903720" y="2697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argparse, JSON/CSV,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</a:t>
            </a:r>
            <a:endParaRPr lang="en-US" sz="1400" dirty="0"/>
          </a:p>
        </p:txBody>
      </p:sp>
      <p:sp>
        <p:nvSpPr>
          <p:cNvPr id="18" name="Takeaway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stays constant per IP: the file is never loaded whole.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techniques from class</a:t>
            </a:r>
            <a:endParaRPr lang="en-US" sz="3200" dirty="0"/>
          </a:p>
        </p:txBody>
      </p:sp>
      <p:sp>
        <p:nvSpPr>
          <p:cNvPr id="3" name="Code generator bg"/>
          <p:cNvSpPr/>
          <p:nvPr/>
        </p:nvSpPr>
        <p:spPr>
          <a:xfrm>
            <a:off x="457200" y="1005840"/>
            <a:ext cx="5760720" cy="1645920"/>
          </a:xfrm>
          <a:prstGeom prst="roundRect">
            <a:avLst>
              <a:gd name="adj" fmla="val 4444"/>
            </a:avLst>
          </a:prstGeom>
          <a:solidFill>
            <a:srgbClr val="0A0F1C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Code generator"/>
          <p:cNvSpPr txBox="1"/>
          <p:nvPr/>
        </p:nvSpPr>
        <p:spPr>
          <a:xfrm>
            <a:off x="594360" y="1078992"/>
            <a:ext cx="54864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open_log(validate_path(raw_path)) as handle: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handle.readline(MAX_LINE_LEN + 1)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line: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# skip oversized or malformed 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entry</a:t>
            </a:r>
            <a:endParaRPr lang="en-US" sz="1100" dirty="0"/>
          </a:p>
        </p:txBody>
      </p:sp>
      <p:sp>
        <p:nvSpPr>
          <p:cNvPr id="5" name="Caption generator"/>
          <p:cNvSpPr txBox="1"/>
          <p:nvPr/>
        </p:nvSpPr>
        <p:spPr>
          <a:xfrm>
            <a:off x="6400800" y="1051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+ context manager: yields one entry at a time, the file is always closed, long lines are drained without being stored.</a:t>
            </a:r>
            <a:endParaRPr lang="en-US" sz="1400" dirty="0"/>
          </a:p>
        </p:txBody>
      </p:sp>
      <p:sp>
        <p:nvSpPr>
          <p:cNvPr id="6" name="Code decorator bg"/>
          <p:cNvSpPr/>
          <p:nvPr/>
        </p:nvSpPr>
        <p:spPr>
          <a:xfrm>
            <a:off x="457200" y="278892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0A0F1C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Code decorator"/>
          <p:cNvSpPr txBox="1"/>
          <p:nvPr/>
        </p:nvSpPr>
        <p:spPr>
          <a:xfrm>
            <a:off x="594360" y="2862072"/>
            <a:ext cx="54864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@register("bruteforce")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BruteForceDetector(Detector):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feed(self, entry):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entry.status not in (401, 403):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hits = self._hits[entry.ip]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hits.append(entry.timestamp)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hits and entry.timestamp - hits[0] &gt; self.window: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hits.popleft()</a:t>
            </a:r>
            <a:endParaRPr lang="en-US" sz="1100" dirty="0"/>
          </a:p>
        </p:txBody>
      </p:sp>
      <p:sp>
        <p:nvSpPr>
          <p:cNvPr id="8" name="Caption decorator"/>
          <p:cNvSpPr txBox="1"/>
          <p:nvPr/>
        </p:nvSpPr>
        <p:spPr>
          <a:xfrm>
            <a:off x="6400800" y="2834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 + @register decorator: a new detector is one class. A deque makes the sliding time window O(1).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and robustness</a:t>
            </a:r>
            <a:endParaRPr lang="en-US" sz="3200" dirty="0"/>
          </a:p>
        </p:txBody>
      </p:sp>
      <p:sp>
        <p:nvSpPr>
          <p:cNvPr id="3" name="Terminal bg"/>
          <p:cNvSpPr/>
          <p:nvPr/>
        </p:nvSpPr>
        <p:spPr>
          <a:xfrm>
            <a:off x="457200" y="10972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0A0F1C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rminal"/>
          <p:cNvSpPr txBox="1"/>
          <p:nvPr/>
        </p:nvSpPr>
        <p:spPr>
          <a:xfrm>
            <a:off x="594360" y="1170432"/>
            <a:ext cx="4754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cli.py analyze -i sample_logs/access.log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339/342 lines parsed, 3 skipped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  bruteforce 203.0.113.9   12 failed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  suspicious 198.51.100.77  4 attack hits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[MEDIUM] errorspike *              8 errors 10:40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[MEDIUM] scanner    198.51.100.23  5+ missing paths</a:t>
            </a:r>
            <a:endParaRPr lang="en-US" sz="1100" dirty="0"/>
          </a:p>
        </p:txBody>
      </p:sp>
      <p:sp>
        <p:nvSpPr>
          <p:cNvPr id="5" name="Terminal note"/>
          <p:cNvSpPr txBox="1"/>
          <p:nvPr/>
        </p:nvSpPr>
        <p:spPr>
          <a:xfrm>
            <a:off x="45720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shortened. Exit code 1 means alerts found, so it plugs into cron or CI.</a:t>
            </a:r>
            <a:endParaRPr lang="en-US" sz="1400" dirty="0"/>
          </a:p>
        </p:txBody>
      </p:sp>
      <p:sp>
        <p:nvSpPr>
          <p:cNvPr id="6" name="Check circle 1"/>
          <p:cNvSpPr/>
          <p:nvPr/>
        </p:nvSpPr>
        <p:spPr>
          <a:xfrm>
            <a:off x="5852160" y="118872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Check mark 1"/>
          <p:cNvSpPr txBox="1"/>
          <p:nvPr/>
        </p:nvSpPr>
        <p:spPr>
          <a:xfrm>
            <a:off x="58521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Robust item 1"/>
          <p:cNvSpPr txBox="1"/>
          <p:nvPr/>
        </p:nvSpPr>
        <p:spPr>
          <a:xfrm>
            <a:off x="6355080" y="1097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files and bad UTF-8</a:t>
            </a:r>
            <a:endParaRPr lang="en-US" sz="1400" dirty="0"/>
          </a:p>
        </p:txBody>
      </p:sp>
      <p:sp>
        <p:nvSpPr>
          <p:cNvPr id="9" name="Check circle 2"/>
          <p:cNvSpPr/>
          <p:nvPr/>
        </p:nvSpPr>
        <p:spPr>
          <a:xfrm>
            <a:off x="5852160" y="192024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Check mark 2"/>
          <p:cNvSpPr txBox="1"/>
          <p:nvPr/>
        </p:nvSpPr>
        <p:spPr>
          <a:xfrm>
            <a:off x="58521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Robust item 2"/>
          <p:cNvSpPr txBox="1"/>
          <p:nvPr/>
        </p:nvSpPr>
        <p:spPr>
          <a:xfrm>
            <a:off x="6355080" y="1828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10,000-character lines drained</a:t>
            </a:r>
            <a:endParaRPr lang="en-US" sz="1400" dirty="0"/>
          </a:p>
        </p:txBody>
      </p:sp>
      <p:sp>
        <p:nvSpPr>
          <p:cNvPr id="12" name="Check circle 3"/>
          <p:cNvSpPr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Check mark 3"/>
          <p:cNvSpPr txBox="1"/>
          <p:nvPr/>
        </p:nvSpPr>
        <p:spPr>
          <a:xfrm>
            <a:off x="58521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Robust item 3"/>
          <p:cNvSpPr txBox="1"/>
          <p:nvPr/>
        </p:nvSpPr>
        <p:spPr>
          <a:xfrm>
            <a:off x="635508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IPs, bad timestamps, negative arguments</a:t>
            </a:r>
            <a:endParaRPr lang="en-US" sz="1400" dirty="0"/>
          </a:p>
        </p:txBody>
      </p:sp>
      <p:sp>
        <p:nvSpPr>
          <p:cNvPr id="15" name="Check circle 4"/>
          <p:cNvSpPr/>
          <p:nvPr/>
        </p:nvSpPr>
        <p:spPr>
          <a:xfrm>
            <a:off x="5852160" y="338328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Check mark 4"/>
          <p:cNvSpPr txBox="1"/>
          <p:nvPr/>
        </p:nvSpPr>
        <p:spPr>
          <a:xfrm>
            <a:off x="58521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Robust item 4"/>
          <p:cNvSpPr txBox="1"/>
          <p:nvPr/>
        </p:nvSpPr>
        <p:spPr>
          <a:xfrm>
            <a:off x="635508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MB cap, clean error with exit code 2</a:t>
            </a:r>
            <a:endParaRPr lang="en-US" sz="1400" dirty="0"/>
          </a:p>
        </p:txBody>
      </p:sp>
      <p:sp>
        <p:nvSpPr>
          <p:cNvPr id="18" name="Closing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Hostile input is skipped, never fatal.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LogSentinel</dc:title>
  <dc:subject>PptxGenJS Presentation</dc:subject>
  <dc:creator>COE203 Project Team</dc:creator>
  <cp:lastModifiedBy>COE203 Project Team</cp:lastModifiedBy>
  <cp:revision>1</cp:revision>
  <dcterms:created xsi:type="dcterms:W3CDTF">2026-10-13T13:27:02Z</dcterms:created>
  <dcterms:modified xsi:type="dcterms:W3CDTF">2026-10-13T13:27:02Z</dcterms:modified>
</cp:coreProperties>
</file>